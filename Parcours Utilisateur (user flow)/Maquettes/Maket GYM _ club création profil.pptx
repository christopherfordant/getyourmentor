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4E0C67-2436-4F33-AB65-A4E020394623}">
  <a:tblStyle styleId="{CF4E0C67-2436-4F33-AB65-A4E0203946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b8879c60c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b8879c60c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885dff95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6885dff9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b887f7f95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b887f7f95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b769b5eb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b769b5eb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8745a96d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68745a96d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b769b5eb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b769b5eb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887f7f95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b887f7f95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/>
        </p:nvSpPr>
        <p:spPr>
          <a:xfrm>
            <a:off x="311700" y="2355075"/>
            <a:ext cx="86421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u="sng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Vous recherchez quel sport ? : </a:t>
            </a:r>
            <a:endParaRPr sz="13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sng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sng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u="sng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Où ? </a:t>
            </a:r>
            <a:endParaRPr sz="1300"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 u="sng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 u="sng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                  </a:t>
            </a:r>
            <a:endParaRPr sz="1300" u="sng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6546875" y="159375"/>
            <a:ext cx="253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fr" sz="1800">
                <a:solidFill>
                  <a:srgbClr val="FFFF00"/>
                </a:solidFill>
              </a:rPr>
              <a:t>Créer son profil</a:t>
            </a:r>
            <a:endParaRPr sz="1800"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Char char="●"/>
            </a:pPr>
            <a:r>
              <a:rPr lang="fr" sz="1800">
                <a:solidFill>
                  <a:srgbClr val="D9D9D9"/>
                </a:solidFill>
              </a:rPr>
              <a:t>Se connecter</a:t>
            </a:r>
            <a:endParaRPr sz="1800">
              <a:solidFill>
                <a:srgbClr val="D9D9D9"/>
              </a:solidFill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7213625" y="4575075"/>
            <a:ext cx="19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fr" sz="1800">
                <a:solidFill>
                  <a:srgbClr val="FFFFFF"/>
                </a:solidFill>
              </a:rPr>
              <a:t>Langues :</a:t>
            </a:r>
            <a:endParaRPr sz="1800">
              <a:solidFill>
                <a:srgbClr val="FFFFFF"/>
              </a:solidFill>
            </a:endParaRPr>
          </a:p>
        </p:txBody>
      </p:sp>
      <p:pic>
        <p:nvPicPr>
          <p:cNvPr id="137" name="Google Shape;13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75" y="117300"/>
            <a:ext cx="3081800" cy="9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/>
          <p:nvPr>
            <p:ph type="ctrTitle"/>
          </p:nvPr>
        </p:nvSpPr>
        <p:spPr>
          <a:xfrm>
            <a:off x="532025" y="2346025"/>
            <a:ext cx="71799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Vous êtes :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Un coach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fr" sz="2400"/>
              <a:t>Un Sportif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Char char="●"/>
            </a:pPr>
            <a:r>
              <a:rPr lang="fr" sz="2400">
                <a:solidFill>
                  <a:srgbClr val="FFFF00"/>
                </a:solidFill>
              </a:rPr>
              <a:t>Un club / Salle de sport / autre structure</a:t>
            </a:r>
            <a:endParaRPr sz="2400">
              <a:solidFill>
                <a:srgbClr val="FFFF00"/>
              </a:solidFill>
            </a:endParaRPr>
          </a:p>
        </p:txBody>
      </p:sp>
      <p:sp>
        <p:nvSpPr>
          <p:cNvPr id="143" name="Google Shape;143;p1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ctrTitle"/>
          </p:nvPr>
        </p:nvSpPr>
        <p:spPr>
          <a:xfrm>
            <a:off x="464100" y="8969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800">
                <a:solidFill>
                  <a:schemeClr val="dk2"/>
                </a:solidFill>
              </a:rPr>
              <a:t>Un club / un établissement</a:t>
            </a:r>
            <a:endParaRPr/>
          </a:p>
        </p:txBody>
      </p:sp>
      <p:sp>
        <p:nvSpPr>
          <p:cNvPr id="150" name="Google Shape;150;p15"/>
          <p:cNvSpPr txBox="1"/>
          <p:nvPr>
            <p:ph idx="1" type="subTitle"/>
          </p:nvPr>
        </p:nvSpPr>
        <p:spPr>
          <a:xfrm>
            <a:off x="311700" y="2652000"/>
            <a:ext cx="8520600" cy="23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GYM vous permettra </a:t>
            </a:r>
            <a:r>
              <a:rPr lang="fr"/>
              <a:t>d'élargir</a:t>
            </a:r>
            <a:r>
              <a:rPr lang="fr"/>
              <a:t> votre réseau et d’augmenter votre Chiffre d’affaire.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Vous recevrez par virement le paiement des cours réservé. Ce qui vous assure d’être payé que votre sportif se présente au cours ou pas.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Les plus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Proposer</a:t>
            </a:r>
            <a:r>
              <a:rPr lang="fr"/>
              <a:t> des formules d’entrainements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Proposer vos </a:t>
            </a:r>
            <a:r>
              <a:rPr lang="fr"/>
              <a:t>créneaux d'entrainement</a:t>
            </a:r>
            <a:r>
              <a:rPr lang="fr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Proposer plusieurs coachs avec leur planning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51700" y="206675"/>
            <a:ext cx="501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 sz="1800">
                <a:solidFill>
                  <a:schemeClr val="dk2"/>
                </a:solidFill>
              </a:rPr>
              <a:t>Créer son profil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2750100" y="978425"/>
            <a:ext cx="473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</a:rPr>
              <a:t>Un club / un établissement</a:t>
            </a:r>
            <a:endParaRPr/>
          </a:p>
        </p:txBody>
      </p:sp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99600" y="198000"/>
            <a:ext cx="2414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/>
              <a:t>Créer son profil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256650" y="1433200"/>
            <a:ext cx="61086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</a:rPr>
              <a:t>Formulaire :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fr" sz="1100">
                <a:solidFill>
                  <a:schemeClr val="dk2"/>
                </a:solidFill>
              </a:rPr>
              <a:t>NOM de l'établissement/association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fr" sz="1100">
                <a:solidFill>
                  <a:schemeClr val="dk2"/>
                </a:solidFill>
              </a:rPr>
              <a:t>Adresse de l'établissement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fr" sz="1100">
                <a:solidFill>
                  <a:schemeClr val="dk2"/>
                </a:solidFill>
              </a:rPr>
              <a:t>Adresse mail - numéro de téléphone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fr" sz="1100">
                <a:solidFill>
                  <a:schemeClr val="dk2"/>
                </a:solidFill>
              </a:rPr>
              <a:t>Sport enseigné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fr" sz="1100">
                <a:solidFill>
                  <a:schemeClr val="dk2"/>
                </a:solidFill>
              </a:rPr>
              <a:t>Présentation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fr" sz="1100">
                <a:solidFill>
                  <a:schemeClr val="dk2"/>
                </a:solidFill>
              </a:rPr>
              <a:t>Vous devez renseigner les coachs qui donneront des cours (ils devront </a:t>
            </a:r>
            <a:r>
              <a:rPr lang="fr" sz="1100">
                <a:solidFill>
                  <a:schemeClr val="dk2"/>
                </a:solidFill>
              </a:rPr>
              <a:t>créer</a:t>
            </a:r>
            <a:r>
              <a:rPr lang="fr" sz="1100">
                <a:solidFill>
                  <a:schemeClr val="dk2"/>
                </a:solidFill>
              </a:rPr>
              <a:t> leur profil - club affilié aux coachs)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fr" sz="1100">
                <a:solidFill>
                  <a:schemeClr val="dk2"/>
                </a:solidFill>
              </a:rPr>
              <a:t>Jours et horaires des créneaux 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fr" sz="1100">
                <a:solidFill>
                  <a:schemeClr val="dk2"/>
                </a:solidFill>
              </a:rPr>
              <a:t>Tarif 1 joueur / Tarif plusieurs joueurs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fr" sz="1100">
                <a:solidFill>
                  <a:schemeClr val="dk2"/>
                </a:solidFill>
              </a:rPr>
              <a:t>Logo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rPr lang="fr" sz="1100">
                <a:solidFill>
                  <a:schemeClr val="dk2"/>
                </a:solidFill>
              </a:rPr>
              <a:t>RIB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❖"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160" name="Google Shape;1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type="title"/>
          </p:nvPr>
        </p:nvSpPr>
        <p:spPr>
          <a:xfrm>
            <a:off x="1297500" y="774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Identification des coachs</a:t>
            </a:r>
            <a:endParaRPr/>
          </a:p>
        </p:txBody>
      </p:sp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 t il déjà créer un profil 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Si oui, son nom prénom 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Si non, il doit le faire</a:t>
            </a:r>
            <a:endParaRPr/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99600" y="198000"/>
            <a:ext cx="2414400" cy="4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fr"/>
              <a:t>Créer son profil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Club / </a:t>
            </a:r>
            <a:r>
              <a:rPr lang="fr"/>
              <a:t>Établissement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73550" y="1595025"/>
            <a:ext cx="2757300" cy="2678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Prix conseillé pour ? 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1 Sportifs =&gt; 50 €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2 à 4 sportifs =&gt; 25 €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5 et + =&gt; 15 €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4735950" y="1595025"/>
            <a:ext cx="2757300" cy="2678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Phrase</a:t>
            </a:r>
            <a:r>
              <a:rPr lang="fr" sz="1800">
                <a:solidFill>
                  <a:schemeClr val="dk2"/>
                </a:solidFill>
              </a:rPr>
              <a:t> de présentation (cette phrase sera vue par les sportifs) 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…………………………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>
            <p:ph idx="1" type="body"/>
          </p:nvPr>
        </p:nvSpPr>
        <p:spPr>
          <a:xfrm>
            <a:off x="1069025" y="857950"/>
            <a:ext cx="7972800" cy="17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00"/>
              <a:t>Bienvenu ……,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Ci dessous votre planning, pensez à le mettre à jour si vos disponibilité sont </a:t>
            </a:r>
            <a:r>
              <a:rPr lang="fr" sz="1400"/>
              <a:t>amenés</a:t>
            </a:r>
            <a:r>
              <a:rPr lang="fr" sz="1400"/>
              <a:t> à évoluer.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Les sportifs pourront s’inscrire directement à votre cours, vous </a:t>
            </a:r>
            <a:r>
              <a:rPr lang="fr" sz="1400"/>
              <a:t>recevrez</a:t>
            </a:r>
            <a:r>
              <a:rPr lang="fr" sz="1400"/>
              <a:t> une notification pour toute demande ou cours réservé.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Autorisé vous Fabien à modifier son planning seul : </a:t>
            </a:r>
            <a:r>
              <a:rPr lang="fr" sz="1400">
                <a:solidFill>
                  <a:srgbClr val="FFFF00"/>
                </a:solidFill>
              </a:rPr>
              <a:t>oui </a:t>
            </a:r>
            <a:r>
              <a:rPr lang="fr" sz="1400"/>
              <a:t>/ non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400"/>
              <a:t>Autorisé vous Steven à modifier son planning seul : oui / </a:t>
            </a:r>
            <a:r>
              <a:rPr lang="fr" sz="1400">
                <a:solidFill>
                  <a:srgbClr val="FFFF00"/>
                </a:solidFill>
              </a:rPr>
              <a:t>non</a:t>
            </a:r>
            <a:endParaRPr sz="1400">
              <a:solidFill>
                <a:srgbClr val="FFFF00"/>
              </a:solidFill>
            </a:endParaRPr>
          </a:p>
        </p:txBody>
      </p:sp>
      <p:sp>
        <p:nvSpPr>
          <p:cNvPr id="182" name="Google Shape;182;p19"/>
          <p:cNvSpPr txBox="1"/>
          <p:nvPr>
            <p:ph type="title"/>
          </p:nvPr>
        </p:nvSpPr>
        <p:spPr>
          <a:xfrm>
            <a:off x="1202850" y="132713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Club / Établissement</a:t>
            </a:r>
            <a:endParaRPr/>
          </a:p>
        </p:txBody>
      </p:sp>
      <p:graphicFrame>
        <p:nvGraphicFramePr>
          <p:cNvPr id="183" name="Google Shape;183;p19"/>
          <p:cNvGraphicFramePr/>
          <p:nvPr/>
        </p:nvGraphicFramePr>
        <p:xfrm>
          <a:off x="140825" y="297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{CF4E0C67-2436-4F33-AB65-A4E020394623}</a:tableStyleId>
              </a:tblPr>
              <a:tblGrid>
                <a:gridCol w="529325"/>
                <a:gridCol w="529325"/>
                <a:gridCol w="529325"/>
                <a:gridCol w="529325"/>
                <a:gridCol w="529325"/>
                <a:gridCol w="529325"/>
                <a:gridCol w="484500"/>
                <a:gridCol w="574100"/>
              </a:tblGrid>
              <a:tr h="298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lundi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mardi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mercredi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jeudi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vendredi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samedi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dimanche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9h-10h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12h-13h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298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14h-15h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</a:t>
                      </a:r>
                      <a:endParaRPr sz="7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18h-19h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88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19h-20h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000000"/>
                          </a:solidFill>
                        </a:rPr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000000"/>
                          </a:solidFill>
                        </a:rPr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3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700"/>
                        <a:t>4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700"/>
                        <a:t>4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4 places</a:t>
                      </a:r>
                      <a:endParaRPr sz="7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pic>
        <p:nvPicPr>
          <p:cNvPr id="184" name="Google Shape;1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000" y="194475"/>
            <a:ext cx="190500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140825" y="2571750"/>
            <a:ext cx="423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Coach Fabien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86" name="Google Shape;186;p19"/>
          <p:cNvGraphicFramePr/>
          <p:nvPr/>
        </p:nvGraphicFramePr>
        <p:xfrm>
          <a:off x="4733450" y="293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{CF4E0C67-2436-4F33-AB65-A4E020394623}</a:tableStyleId>
              </a:tblPr>
              <a:tblGrid>
                <a:gridCol w="518800"/>
                <a:gridCol w="518800"/>
                <a:gridCol w="518800"/>
                <a:gridCol w="518800"/>
                <a:gridCol w="518800"/>
                <a:gridCol w="518800"/>
                <a:gridCol w="474875"/>
                <a:gridCol w="562700"/>
              </a:tblGrid>
              <a:tr h="2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lundi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mardi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mercredi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jeudi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vendredi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samedi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dimanche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9h-10h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12h-13h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27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14h-15h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</a:t>
                      </a:r>
                      <a:endParaRPr sz="7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18h-19h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1 place 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37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chemeClr val="lt1"/>
                          </a:solidFill>
                        </a:rPr>
                        <a:t>19h-20h</a:t>
                      </a:r>
                      <a:endParaRPr sz="7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000000"/>
                          </a:solidFill>
                        </a:rPr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>
                          <a:solidFill>
                            <a:srgbClr val="000000"/>
                          </a:solidFill>
                        </a:rPr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3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700"/>
                        <a:t>4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" sz="700"/>
                        <a:t>4 places</a:t>
                      </a:r>
                      <a:endParaRPr sz="700"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4 places</a:t>
                      </a:r>
                      <a:endParaRPr sz="7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700"/>
                        <a:t>2 places</a:t>
                      </a:r>
                      <a:endParaRPr sz="7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19"/>
          <p:cNvSpPr txBox="1"/>
          <p:nvPr/>
        </p:nvSpPr>
        <p:spPr>
          <a:xfrm>
            <a:off x="4733450" y="2474775"/>
            <a:ext cx="415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Coach Steven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