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35a461f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35a461f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b769b5e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b769b5e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b769b5eb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b769b5eb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f7646f2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af7646f2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311700" y="2050275"/>
            <a:ext cx="86421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u="sng">
                <a:solidFill>
                  <a:schemeClr val="lt1"/>
                </a:solidFill>
              </a:rPr>
              <a:t>Vous êtes :</a:t>
            </a:r>
            <a:endParaRPr sz="28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lt1"/>
              </a:solidFill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fr" sz="2800">
                <a:solidFill>
                  <a:schemeClr val="lt1"/>
                </a:solidFill>
              </a:rPr>
              <a:t>COACH</a:t>
            </a:r>
            <a:endParaRPr sz="2800">
              <a:solidFill>
                <a:schemeClr val="lt1"/>
              </a:solidFill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fr" sz="2800">
                <a:solidFill>
                  <a:schemeClr val="lt1"/>
                </a:solidFill>
              </a:rPr>
              <a:t>SPORTIF</a:t>
            </a:r>
            <a:endParaRPr sz="2800">
              <a:solidFill>
                <a:schemeClr val="lt1"/>
              </a:solidFill>
            </a:endParaRPr>
          </a:p>
          <a:p>
            <a:pPr indent="-32639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Char char="●"/>
            </a:pPr>
            <a:r>
              <a:rPr lang="fr" sz="2800">
                <a:solidFill>
                  <a:schemeClr val="lt1"/>
                </a:solidFill>
              </a:rPr>
              <a:t>CLUB SPORTIF / SALLE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 u="sng">
                <a:solidFill>
                  <a:schemeClr val="lt1"/>
                </a:solidFill>
              </a:rPr>
              <a:t>                       </a:t>
            </a:r>
            <a:endParaRPr sz="2800" u="sng">
              <a:solidFill>
                <a:schemeClr val="lt1"/>
              </a:solidFill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151700" y="130475"/>
            <a:ext cx="501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Créer son profil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Se connecter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7213625" y="4575075"/>
            <a:ext cx="19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fr" sz="1800">
                <a:solidFill>
                  <a:schemeClr val="lt1"/>
                </a:solidFill>
              </a:rPr>
              <a:t>Langues :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5175" y="856200"/>
            <a:ext cx="3081800" cy="9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2826300" y="749825"/>
            <a:ext cx="326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/>
              <a:t>Sportif</a:t>
            </a:r>
            <a:endParaRPr sz="3000"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99600" y="198000"/>
            <a:ext cx="2414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/>
              <a:t>Créer son profil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8050" y="1357000"/>
            <a:ext cx="2898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Formulaire : identité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fr" sz="1800">
                <a:solidFill>
                  <a:schemeClr val="dk2"/>
                </a:solidFill>
              </a:rPr>
              <a:t>NOM / </a:t>
            </a:r>
            <a:r>
              <a:rPr lang="fr" sz="1800">
                <a:solidFill>
                  <a:schemeClr val="dk2"/>
                </a:solidFill>
              </a:rPr>
              <a:t>Prénom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fr" sz="1800">
                <a:solidFill>
                  <a:schemeClr val="dk2"/>
                </a:solidFill>
              </a:rPr>
              <a:t>NOM de profil (?)</a:t>
            </a:r>
            <a:endParaRPr sz="18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❖"/>
            </a:pPr>
            <a:r>
              <a:rPr lang="fr" sz="1800">
                <a:solidFill>
                  <a:schemeClr val="dk2"/>
                </a:solidFill>
              </a:rPr>
              <a:t>Adresse Postal</a:t>
            </a:r>
            <a:endParaRPr sz="24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fr" sz="1800">
                <a:solidFill>
                  <a:schemeClr val="dk2"/>
                </a:solidFill>
              </a:rPr>
              <a:t>Date de naissance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fr" sz="1800">
                <a:solidFill>
                  <a:schemeClr val="dk2"/>
                </a:solidFill>
              </a:rPr>
              <a:t>Sexe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❖"/>
            </a:pPr>
            <a:r>
              <a:rPr lang="fr" sz="1800">
                <a:solidFill>
                  <a:schemeClr val="dk2"/>
                </a:solidFill>
              </a:rPr>
              <a:t>Sport pratiquer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3518425" y="1441100"/>
            <a:ext cx="49575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Licencié Oui/Non, si Oui : nom du club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Considérez vous être 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fr" sz="1200">
                <a:solidFill>
                  <a:schemeClr val="dk2"/>
                </a:solidFill>
              </a:rPr>
              <a:t>débutant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fr" sz="1200">
                <a:solidFill>
                  <a:schemeClr val="dk2"/>
                </a:solidFill>
              </a:rPr>
              <a:t>expérience régulière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fr" sz="1200">
                <a:solidFill>
                  <a:schemeClr val="dk2"/>
                </a:solidFill>
              </a:rPr>
              <a:t>haut niveau</a:t>
            </a:r>
            <a:endParaRPr sz="1200">
              <a:solidFill>
                <a:schemeClr val="dk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lang="fr" sz="1200">
                <a:solidFill>
                  <a:schemeClr val="dk2"/>
                </a:solidFill>
              </a:rPr>
              <a:t>professionnel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Présentation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Adresse Mail / numéro de téléphone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Carte d’identité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Photo d’identité (utilisé comme photo de profil)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rPr lang="fr" sz="1200">
                <a:solidFill>
                  <a:schemeClr val="dk2"/>
                </a:solidFill>
              </a:rPr>
              <a:t>Souhaitez vous enregistrer votre CB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❖"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Sportif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468750" y="1595025"/>
            <a:ext cx="610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Bienvenue ……..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Vous pouvez dès à présent </a:t>
            </a:r>
            <a:r>
              <a:rPr lang="fr" sz="1800">
                <a:solidFill>
                  <a:schemeClr val="dk2"/>
                </a:solidFill>
              </a:rPr>
              <a:t>réserver</a:t>
            </a:r>
            <a:r>
              <a:rPr lang="fr" sz="1800">
                <a:solidFill>
                  <a:schemeClr val="dk2"/>
                </a:solidFill>
              </a:rPr>
              <a:t> une séance de coaching !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ctrTitle"/>
          </p:nvPr>
        </p:nvSpPr>
        <p:spPr>
          <a:xfrm>
            <a:off x="3142825" y="1578400"/>
            <a:ext cx="5411700" cy="3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identité : Nom, prénom, adresse, sexe, date de naissance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contact : adresse mail, numéro de téléphone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licencié : Oui ou Non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si Non /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fr" sz="1200"/>
              <a:t>si Oui : Nom du club, nbre d’année de pratique, division actuelle (sport co) indiv ? 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		</a:t>
            </a:r>
            <a:endParaRPr sz="1200"/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850" y="151000"/>
            <a:ext cx="3081800" cy="9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