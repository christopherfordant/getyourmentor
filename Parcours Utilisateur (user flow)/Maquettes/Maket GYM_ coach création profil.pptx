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6AA2EA-4182-4D31-90AC-711618BDD1C2}">
  <a:tblStyle styleId="{4C6AA2EA-4182-4D31-90AC-711618BDD1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ato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a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a69bd4fc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a69bd4fc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b887f7f95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b887f7f95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b769b5eb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b769b5eb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b769b5eb4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b769b5eb4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b887f7f95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b887f7f95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311700" y="2050275"/>
            <a:ext cx="86421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 u="sng">
                <a:solidFill>
                  <a:srgbClr val="595959"/>
                </a:solidFill>
              </a:rPr>
              <a:t>Vous êtes :</a:t>
            </a:r>
            <a:endParaRPr sz="2800" u="sng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 u="sng">
              <a:solidFill>
                <a:srgbClr val="595959"/>
              </a:solidFill>
            </a:endParaRPr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●"/>
            </a:pPr>
            <a:r>
              <a:rPr lang="fr" sz="2800">
                <a:solidFill>
                  <a:srgbClr val="595959"/>
                </a:solidFill>
              </a:rPr>
              <a:t>COACH</a:t>
            </a:r>
            <a:endParaRPr sz="2800">
              <a:solidFill>
                <a:srgbClr val="595959"/>
              </a:solidFill>
            </a:endParaRPr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●"/>
            </a:pPr>
            <a:r>
              <a:rPr lang="fr" sz="2800">
                <a:solidFill>
                  <a:srgbClr val="595959"/>
                </a:solidFill>
              </a:rPr>
              <a:t>SPORTIF</a:t>
            </a:r>
            <a:endParaRPr sz="2800">
              <a:solidFill>
                <a:srgbClr val="595959"/>
              </a:solidFill>
            </a:endParaRPr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Char char="●"/>
            </a:pPr>
            <a:r>
              <a:rPr lang="fr" sz="2800">
                <a:solidFill>
                  <a:srgbClr val="595959"/>
                </a:solidFill>
              </a:rPr>
              <a:t>CLUB SPORTIF / SALLE</a:t>
            </a:r>
            <a:endParaRPr sz="2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 u="sng">
                <a:solidFill>
                  <a:srgbClr val="595959"/>
                </a:solidFill>
              </a:rPr>
              <a:t>                       </a:t>
            </a:r>
            <a:endParaRPr sz="2800" u="sng">
              <a:solidFill>
                <a:srgbClr val="595959"/>
              </a:solidFill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151700" y="282875"/>
            <a:ext cx="501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fr" sz="1800">
                <a:solidFill>
                  <a:srgbClr val="595959"/>
                </a:solidFill>
              </a:rPr>
              <a:t>Créer son profil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fr" sz="1800">
                <a:solidFill>
                  <a:srgbClr val="595959"/>
                </a:solidFill>
              </a:rPr>
              <a:t>Se connecter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7213625" y="4575075"/>
            <a:ext cx="194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fr" sz="1800">
                <a:solidFill>
                  <a:srgbClr val="595959"/>
                </a:solidFill>
              </a:rPr>
              <a:t>Langues :</a:t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138" name="Google Shape;13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5175" y="856200"/>
            <a:ext cx="3081800" cy="99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Coach</a:t>
            </a:r>
            <a:endParaRPr/>
          </a:p>
        </p:txBody>
      </p:sp>
      <p:sp>
        <p:nvSpPr>
          <p:cNvPr id="144" name="Google Shape;144;p14"/>
          <p:cNvSpPr txBox="1"/>
          <p:nvPr>
            <p:ph idx="1" type="subTitle"/>
          </p:nvPr>
        </p:nvSpPr>
        <p:spPr>
          <a:xfrm>
            <a:off x="235500" y="2804400"/>
            <a:ext cx="8520600" cy="26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GYM vous permettra </a:t>
            </a:r>
            <a:r>
              <a:rPr lang="fr"/>
              <a:t>d'élargir</a:t>
            </a:r>
            <a:r>
              <a:rPr lang="fr"/>
              <a:t> votre réseau et d’augmenter votre Chiffre d’affaire.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Vous recevrez par virement le paiement des cours réservés. Ce qui vous assure d’être payé que votre sportif se présente au cours ou pas.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Les plus 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Plus besoin de site internet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Vous pourrez proposer des lives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Vendre vos vidéos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Vendre des cours papiers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Proposer</a:t>
            </a:r>
            <a:r>
              <a:rPr lang="fr"/>
              <a:t> des formules d’entrainements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Et biensurs proposer vos </a:t>
            </a:r>
            <a:r>
              <a:rPr lang="fr"/>
              <a:t>créneaux d'entrainement</a:t>
            </a:r>
            <a:r>
              <a:rPr lang="fr"/>
              <a:t> 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304100" y="54275"/>
            <a:ext cx="501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 sz="1800">
                <a:solidFill>
                  <a:schemeClr val="dk2"/>
                </a:solidFill>
              </a:rPr>
              <a:t>Créer son profil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6" name="Google Shape;14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000" y="194475"/>
            <a:ext cx="1905000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idx="1" type="body"/>
          </p:nvPr>
        </p:nvSpPr>
        <p:spPr>
          <a:xfrm>
            <a:off x="99600" y="198000"/>
            <a:ext cx="2414400" cy="4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/>
              <a:t>Créer son profil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28050" y="1738000"/>
            <a:ext cx="30666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</a:rPr>
              <a:t>Formulaire :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❖"/>
            </a:pPr>
            <a:r>
              <a:rPr lang="fr">
                <a:solidFill>
                  <a:schemeClr val="dk2"/>
                </a:solidFill>
              </a:rPr>
              <a:t>NOM / </a:t>
            </a:r>
            <a:r>
              <a:rPr lang="fr">
                <a:solidFill>
                  <a:schemeClr val="dk2"/>
                </a:solidFill>
              </a:rPr>
              <a:t>Prénom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❖"/>
            </a:pPr>
            <a:r>
              <a:rPr lang="fr">
                <a:solidFill>
                  <a:schemeClr val="dk2"/>
                </a:solidFill>
              </a:rPr>
              <a:t>NOM de profil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❖"/>
            </a:pPr>
            <a:r>
              <a:rPr lang="fr">
                <a:solidFill>
                  <a:schemeClr val="dk2"/>
                </a:solidFill>
              </a:rPr>
              <a:t>Date de naissance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❖"/>
            </a:pPr>
            <a:r>
              <a:rPr lang="fr">
                <a:solidFill>
                  <a:schemeClr val="dk2"/>
                </a:solidFill>
              </a:rPr>
              <a:t>Sexe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❖"/>
            </a:pPr>
            <a:r>
              <a:rPr lang="fr">
                <a:solidFill>
                  <a:schemeClr val="dk2"/>
                </a:solidFill>
              </a:rPr>
              <a:t>Sport enseigner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❖"/>
            </a:pPr>
            <a:r>
              <a:rPr lang="fr">
                <a:solidFill>
                  <a:schemeClr val="dk2"/>
                </a:solidFill>
              </a:rPr>
              <a:t>Considérez</a:t>
            </a:r>
            <a:r>
              <a:rPr lang="fr">
                <a:solidFill>
                  <a:schemeClr val="dk2"/>
                </a:solidFill>
              </a:rPr>
              <a:t> vous être 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➢"/>
            </a:pPr>
            <a:r>
              <a:rPr lang="fr">
                <a:solidFill>
                  <a:schemeClr val="dk2"/>
                </a:solidFill>
              </a:rPr>
              <a:t>débutant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➢"/>
            </a:pPr>
            <a:r>
              <a:rPr lang="fr">
                <a:solidFill>
                  <a:schemeClr val="dk2"/>
                </a:solidFill>
              </a:rPr>
              <a:t>expérience régulière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➢"/>
            </a:pPr>
            <a:r>
              <a:rPr lang="fr">
                <a:solidFill>
                  <a:schemeClr val="dk2"/>
                </a:solidFill>
              </a:rPr>
              <a:t>haut niveau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❖"/>
            </a:pPr>
            <a:r>
              <a:rPr lang="fr">
                <a:solidFill>
                  <a:schemeClr val="dk2"/>
                </a:solidFill>
              </a:rPr>
              <a:t>Adresse Postal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❖"/>
            </a:pPr>
            <a:r>
              <a:rPr lang="fr">
                <a:solidFill>
                  <a:schemeClr val="dk2"/>
                </a:solidFill>
              </a:rPr>
              <a:t>Adresse Mail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❖"/>
            </a:pPr>
            <a:r>
              <a:rPr lang="fr">
                <a:solidFill>
                  <a:schemeClr val="dk2"/>
                </a:solidFill>
              </a:rPr>
              <a:t>Carte d’identité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3" name="Google Shape;153;p15"/>
          <p:cNvSpPr txBox="1"/>
          <p:nvPr>
            <p:ph type="title"/>
          </p:nvPr>
        </p:nvSpPr>
        <p:spPr>
          <a:xfrm>
            <a:off x="771575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/>
              <a:t>Coach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pic>
        <p:nvPicPr>
          <p:cNvPr id="154" name="Google Shape;15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000" y="194475"/>
            <a:ext cx="1905000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/>
          <p:cNvSpPr txBox="1"/>
          <p:nvPr/>
        </p:nvSpPr>
        <p:spPr>
          <a:xfrm>
            <a:off x="3493400" y="1091500"/>
            <a:ext cx="48573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❖"/>
            </a:pPr>
            <a:r>
              <a:rPr lang="fr">
                <a:solidFill>
                  <a:schemeClr val="dk2"/>
                </a:solidFill>
              </a:rPr>
              <a:t>Photo de votre diplôme / certification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❖"/>
            </a:pPr>
            <a:r>
              <a:rPr lang="fr">
                <a:solidFill>
                  <a:schemeClr val="dk2"/>
                </a:solidFill>
              </a:rPr>
              <a:t>Photo d’identité (utilisé comme photo de profil)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❖"/>
            </a:pPr>
            <a:r>
              <a:rPr lang="fr">
                <a:solidFill>
                  <a:schemeClr val="dk2"/>
                </a:solidFill>
              </a:rPr>
              <a:t>RIB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❖"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❖"/>
            </a:pPr>
            <a:r>
              <a:rPr lang="fr">
                <a:solidFill>
                  <a:schemeClr val="dk2"/>
                </a:solidFill>
              </a:rPr>
              <a:t>A combien de KM en dehors de votre ville êtes prêt à donner vos cours ?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➢"/>
            </a:pPr>
            <a:r>
              <a:rPr lang="fr">
                <a:solidFill>
                  <a:schemeClr val="dk2"/>
                </a:solidFill>
              </a:rPr>
              <a:t>0km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➢"/>
            </a:pPr>
            <a:r>
              <a:rPr lang="fr">
                <a:solidFill>
                  <a:schemeClr val="dk2"/>
                </a:solidFill>
              </a:rPr>
              <a:t>5km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➢"/>
            </a:pPr>
            <a:r>
              <a:rPr lang="fr">
                <a:solidFill>
                  <a:schemeClr val="dk2"/>
                </a:solidFill>
              </a:rPr>
              <a:t>10km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➢"/>
            </a:pPr>
            <a:r>
              <a:rPr lang="fr">
                <a:solidFill>
                  <a:schemeClr val="dk2"/>
                </a:solidFill>
              </a:rPr>
              <a:t>20km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❖"/>
            </a:pPr>
            <a:r>
              <a:rPr lang="fr">
                <a:solidFill>
                  <a:schemeClr val="dk2"/>
                </a:solidFill>
              </a:rPr>
              <a:t>Lieu ou vous proposez donner des cours 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➢"/>
            </a:pPr>
            <a:r>
              <a:rPr lang="fr">
                <a:solidFill>
                  <a:schemeClr val="dk2"/>
                </a:solidFill>
              </a:rPr>
              <a:t>Brèche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➢"/>
            </a:pPr>
            <a:r>
              <a:rPr lang="fr">
                <a:solidFill>
                  <a:schemeClr val="dk2"/>
                </a:solidFill>
              </a:rPr>
              <a:t>Espinassou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➢"/>
            </a:pPr>
            <a:r>
              <a:rPr lang="fr">
                <a:solidFill>
                  <a:schemeClr val="dk2"/>
                </a:solidFill>
              </a:rPr>
              <a:t>Pissardant</a:t>
            </a:r>
            <a:endParaRPr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Souhaitez vous donner des cours via la plateforme pour un club / salle de sports… : </a:t>
            </a:r>
            <a:r>
              <a:rPr lang="fr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oui </a:t>
            </a:r>
            <a:r>
              <a:rPr lang="fr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/ non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=&gt; Nom de la structure ? Adresse mail ?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Coach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468750" y="1595025"/>
            <a:ext cx="2757300" cy="2678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CV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3364350" y="1595025"/>
            <a:ext cx="2757300" cy="2678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Prix conseillé pour ? 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1 Sportifs =&gt; 50 €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2 à 4 sportifs =&gt; 25 €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5 et + =&gt; 15 €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6183750" y="1595025"/>
            <a:ext cx="2757300" cy="2678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Phrase</a:t>
            </a:r>
            <a:r>
              <a:rPr lang="fr" sz="1800">
                <a:solidFill>
                  <a:schemeClr val="dk2"/>
                </a:solidFill>
              </a:rPr>
              <a:t> de présentation (cette phrase sera vue par les sportifs) 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…………………………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4" name="Google Shape;16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000" y="194475"/>
            <a:ext cx="1905000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Coach</a:t>
            </a:r>
            <a:endParaRPr/>
          </a:p>
        </p:txBody>
      </p:sp>
      <p:sp>
        <p:nvSpPr>
          <p:cNvPr id="170" name="Google Shape;170;p17"/>
          <p:cNvSpPr txBox="1"/>
          <p:nvPr>
            <p:ph idx="1" type="body"/>
          </p:nvPr>
        </p:nvSpPr>
        <p:spPr>
          <a:xfrm>
            <a:off x="311700" y="1152475"/>
            <a:ext cx="8520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/>
              <a:t>Bienvenu ……,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400"/>
              <a:t>Ci dessous votre planning, pensez à le mettre à jour si vos disponibilité sont </a:t>
            </a:r>
            <a:r>
              <a:rPr lang="fr" sz="1400"/>
              <a:t>amenés</a:t>
            </a:r>
            <a:r>
              <a:rPr lang="fr" sz="1400"/>
              <a:t> à évoluer.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400"/>
              <a:t>Les sportifs pourront s’inscrire directement à votre cours, vous </a:t>
            </a:r>
            <a:r>
              <a:rPr lang="fr" sz="1400"/>
              <a:t>recevrez</a:t>
            </a:r>
            <a:r>
              <a:rPr lang="fr" sz="1400"/>
              <a:t> une notification pour toute demande ou cours réservé.</a:t>
            </a:r>
            <a:endParaRPr sz="1400"/>
          </a:p>
        </p:txBody>
      </p:sp>
      <p:graphicFrame>
        <p:nvGraphicFramePr>
          <p:cNvPr id="171" name="Google Shape;171;p17"/>
          <p:cNvGraphicFramePr/>
          <p:nvPr/>
        </p:nvGraphicFramePr>
        <p:xfrm>
          <a:off x="1889225" y="253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{4C6AA2EA-4182-4D31-90AC-711618BDD1C2}</a:tableStyleId>
              </a:tblPr>
              <a:tblGrid>
                <a:gridCol w="768600"/>
                <a:gridCol w="768600"/>
                <a:gridCol w="768600"/>
                <a:gridCol w="768600"/>
                <a:gridCol w="768600"/>
                <a:gridCol w="768600"/>
                <a:gridCol w="703550"/>
                <a:gridCol w="8336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>
                          <a:solidFill>
                            <a:schemeClr val="lt1"/>
                          </a:solidFill>
                        </a:rPr>
                        <a:t>lundi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>
                          <a:solidFill>
                            <a:schemeClr val="lt1"/>
                          </a:solidFill>
                        </a:rPr>
                        <a:t>mardi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>
                          <a:solidFill>
                            <a:schemeClr val="lt1"/>
                          </a:solidFill>
                        </a:rPr>
                        <a:t>mercredi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>
                          <a:solidFill>
                            <a:schemeClr val="lt1"/>
                          </a:solidFill>
                        </a:rPr>
                        <a:t>jeudi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>
                          <a:solidFill>
                            <a:schemeClr val="lt1"/>
                          </a:solidFill>
                        </a:rPr>
                        <a:t>vendredi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>
                          <a:solidFill>
                            <a:schemeClr val="lt1"/>
                          </a:solidFill>
                        </a:rPr>
                        <a:t>samedi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>
                          <a:solidFill>
                            <a:schemeClr val="lt1"/>
                          </a:solidFill>
                        </a:rPr>
                        <a:t>dimanche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>
                          <a:solidFill>
                            <a:schemeClr val="lt1"/>
                          </a:solidFill>
                        </a:rPr>
                        <a:t>9h-10h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1 place 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1 place </a:t>
                      </a:r>
                      <a:endParaRPr sz="11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1 place 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>
                          <a:solidFill>
                            <a:schemeClr val="lt1"/>
                          </a:solidFill>
                        </a:rPr>
                        <a:t>12h-13h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2 places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2 places</a:t>
                      </a:r>
                      <a:endParaRPr sz="11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1 place 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>
                          <a:solidFill>
                            <a:schemeClr val="lt1"/>
                          </a:solidFill>
                        </a:rPr>
                        <a:t>14h-15h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2 places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1 place</a:t>
                      </a:r>
                      <a:endParaRPr sz="11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1 place 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2 places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>
                          <a:solidFill>
                            <a:schemeClr val="lt1"/>
                          </a:solidFill>
                        </a:rPr>
                        <a:t>18h-19h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2 places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1 place 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>
                          <a:solidFill>
                            <a:schemeClr val="lt1"/>
                          </a:solidFill>
                        </a:rPr>
                        <a:t>19h-20h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>
                          <a:solidFill>
                            <a:srgbClr val="000000"/>
                          </a:solidFill>
                        </a:rPr>
                        <a:t>2 places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>
                          <a:solidFill>
                            <a:srgbClr val="000000"/>
                          </a:solidFill>
                        </a:rPr>
                        <a:t>2 places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3 places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100"/>
                        <a:t>4 places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100"/>
                        <a:t>4 places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4 places</a:t>
                      </a:r>
                      <a:endParaRPr sz="11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2 places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pic>
        <p:nvPicPr>
          <p:cNvPr id="172" name="Google Shape;17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000" y="194475"/>
            <a:ext cx="1905000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