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ADLaM Display"/>
      <p:regular r:id="rId10"/>
    </p:embeddedFont>
    <p:embeddedFont>
      <p:font typeface="Gill Sans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VKsp8D3gADvY1NVMsOVMn1he1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3B2584-05A6-43B8-AE6E-A299BFC33125}">
  <a:tblStyle styleId="{AB3B2584-05A6-43B8-AE6E-A299BFC331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font" Target="fonts/GillSans-bold.fntdata"/><Relationship Id="rId10" Type="http://schemas.openxmlformats.org/officeDocument/2006/relationships/font" Target="fonts/ADLaMDisplay-regular.fntdata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5b00dff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25b00dff5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5b00dff5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25b00dff50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5b00dff5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25b00dff50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32481" y="23619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9"/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8600" sx="95000" rotWithShape="0" algn="t" dir="5460000" dist="152400" sy="950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9"/>
          <p:cNvSpPr txBox="1"/>
          <p:nvPr>
            <p:ph type="ctrTitle"/>
          </p:nvPr>
        </p:nvSpPr>
        <p:spPr>
          <a:xfrm>
            <a:off x="761802" y="852055"/>
            <a:ext cx="10380572" cy="25814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subTitle"/>
          </p:nvPr>
        </p:nvSpPr>
        <p:spPr>
          <a:xfrm>
            <a:off x="761802" y="3754582"/>
            <a:ext cx="10380572" cy="224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332481" y="23619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31" name="Google Shape;31;p9"/>
          <p:cNvCxnSpPr/>
          <p:nvPr/>
        </p:nvCxnSpPr>
        <p:spPr>
          <a:xfrm>
            <a:off x="11668155" y="5641010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" name="Google Shape;32;p9"/>
          <p:cNvCxnSpPr/>
          <p:nvPr/>
        </p:nvCxnSpPr>
        <p:spPr>
          <a:xfrm>
            <a:off x="11668155" y="5641010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0"/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03200" sx="96000" rotWithShape="0" algn="t" dir="5460000" dist="127000" sy="960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0"/>
          <p:cNvCxnSpPr/>
          <p:nvPr/>
        </p:nvCxnSpPr>
        <p:spPr>
          <a:xfrm>
            <a:off x="11668155" y="852056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" name="Google Shape;37;p10"/>
          <p:cNvSpPr txBox="1"/>
          <p:nvPr>
            <p:ph type="title"/>
          </p:nvPr>
        </p:nvSpPr>
        <p:spPr>
          <a:xfrm>
            <a:off x="761801" y="852056"/>
            <a:ext cx="10380572" cy="25769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761797" y="4202832"/>
            <a:ext cx="10395116" cy="1789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0" type="dt"/>
          </p:nvPr>
        </p:nvSpPr>
        <p:spPr>
          <a:xfrm>
            <a:off x="332481" y="6236208"/>
            <a:ext cx="3037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1" type="ftr"/>
          </p:nvPr>
        </p:nvSpPr>
        <p:spPr>
          <a:xfrm>
            <a:off x="332481" y="23774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89782" y="237744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42" name="Google Shape;42;p10"/>
          <p:cNvCxnSpPr/>
          <p:nvPr/>
        </p:nvCxnSpPr>
        <p:spPr>
          <a:xfrm>
            <a:off x="11668155" y="852056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761800" y="2833255"/>
            <a:ext cx="5045281" cy="316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2" type="body"/>
          </p:nvPr>
        </p:nvSpPr>
        <p:spPr>
          <a:xfrm>
            <a:off x="6097092" y="2833255"/>
            <a:ext cx="5045281" cy="316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332481" y="6236208"/>
            <a:ext cx="3037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332481" y="23774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11289782" y="237744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761802" y="872836"/>
            <a:ext cx="10380572" cy="1427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761801" y="2713326"/>
            <a:ext cx="502342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1" sz="2400" u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761801" y="3706091"/>
            <a:ext cx="5023424" cy="2334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6094211" y="2713326"/>
            <a:ext cx="504816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1" sz="2400" u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2"/>
          <p:cNvSpPr txBox="1"/>
          <p:nvPr>
            <p:ph idx="4" type="body"/>
          </p:nvPr>
        </p:nvSpPr>
        <p:spPr>
          <a:xfrm>
            <a:off x="6094211" y="3706091"/>
            <a:ext cx="5048163" cy="2334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332481" y="6236208"/>
            <a:ext cx="3037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332481" y="23774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11289782" y="237744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0" type="dt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332481" y="23619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332481" y="23619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69" name="Google Shape;69;p14"/>
          <p:cNvCxnSpPr/>
          <p:nvPr/>
        </p:nvCxnSpPr>
        <p:spPr>
          <a:xfrm>
            <a:off x="11668155" y="5641010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8600" sx="96000" rotWithShape="0" algn="t" dir="21540000" dist="114300" sy="9600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8600" sx="96000" rotWithShape="0" algn="t" dir="21540000" dist="152400" sy="9600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770537" y="872836"/>
            <a:ext cx="4560525" cy="2281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6621781" y="872837"/>
            <a:ext cx="4520593" cy="5140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5"/>
          <p:cNvSpPr txBox="1"/>
          <p:nvPr>
            <p:ph idx="2" type="body"/>
          </p:nvPr>
        </p:nvSpPr>
        <p:spPr>
          <a:xfrm>
            <a:off x="770537" y="3442854"/>
            <a:ext cx="4560525" cy="2576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329184" y="6236208"/>
            <a:ext cx="3037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29184" y="237744"/>
            <a:ext cx="37925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11292840" y="237744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80" name="Google Shape;80;p15"/>
          <p:cNvCxnSpPr/>
          <p:nvPr/>
        </p:nvCxnSpPr>
        <p:spPr>
          <a:xfrm>
            <a:off x="11668155" y="5641010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p15"/>
          <p:cNvCxnSpPr/>
          <p:nvPr/>
        </p:nvCxnSpPr>
        <p:spPr>
          <a:xfrm>
            <a:off x="11668155" y="5641010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8600" sx="96000" rotWithShape="0" algn="t" dir="21540000" dist="152400" sy="9600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768733" y="858981"/>
            <a:ext cx="4556749" cy="22810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/>
          <p:nvPr>
            <p:ph idx="2" type="pic"/>
          </p:nvPr>
        </p:nvSpPr>
        <p:spPr>
          <a:xfrm>
            <a:off x="6559826" y="865909"/>
            <a:ext cx="4582548" cy="5126182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768733" y="3429000"/>
            <a:ext cx="4556749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16"/>
          <p:cNvSpPr txBox="1"/>
          <p:nvPr>
            <p:ph idx="10" type="dt"/>
          </p:nvPr>
        </p:nvSpPr>
        <p:spPr>
          <a:xfrm>
            <a:off x="329184" y="6236208"/>
            <a:ext cx="3037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1" type="ftr"/>
          </p:nvPr>
        </p:nvSpPr>
        <p:spPr>
          <a:xfrm>
            <a:off x="329184" y="23774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11292840" y="237744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91" name="Google Shape;91;p16"/>
          <p:cNvCxnSpPr/>
          <p:nvPr/>
        </p:nvCxnSpPr>
        <p:spPr>
          <a:xfrm>
            <a:off x="11668155" y="5641010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16"/>
          <p:cNvCxnSpPr/>
          <p:nvPr/>
        </p:nvCxnSpPr>
        <p:spPr>
          <a:xfrm>
            <a:off x="11668155" y="5641010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 rot="5400000">
            <a:off x="4321507" y="-809582"/>
            <a:ext cx="3261789" cy="1038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0" type="dt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1" type="ftr"/>
          </p:nvPr>
        </p:nvSpPr>
        <p:spPr>
          <a:xfrm>
            <a:off x="332481" y="23619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sx="95000" rotWithShape="0" algn="t" dir="10680000" dist="152400" sy="95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18"/>
          <p:cNvCxnSpPr/>
          <p:nvPr/>
        </p:nvCxnSpPr>
        <p:spPr>
          <a:xfrm rot="10800000">
            <a:off x="10361537" y="120772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8"/>
          <p:cNvSpPr txBox="1"/>
          <p:nvPr>
            <p:ph type="title"/>
          </p:nvPr>
        </p:nvSpPr>
        <p:spPr>
          <a:xfrm rot="5400000">
            <a:off x="6840680" y="2171700"/>
            <a:ext cx="5119256" cy="2521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 rot="5400000">
            <a:off x="1514203" y="115379"/>
            <a:ext cx="5119256" cy="6634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0" type="dt"/>
          </p:nvPr>
        </p:nvSpPr>
        <p:spPr>
          <a:xfrm>
            <a:off x="329184" y="6236208"/>
            <a:ext cx="3037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329184" y="237744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11292840" y="237744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108" name="Google Shape;108;p18"/>
          <p:cNvCxnSpPr/>
          <p:nvPr/>
        </p:nvCxnSpPr>
        <p:spPr>
          <a:xfrm rot="10800000">
            <a:off x="10361537" y="120772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7"/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sx="94000" rotWithShape="0" algn="t" dir="5460000" dist="127000" sy="940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7"/>
          <p:cNvSpPr txBox="1"/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32481" y="23619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15" name="Google Shape;15;p7"/>
          <p:cNvCxnSpPr/>
          <p:nvPr/>
        </p:nvCxnSpPr>
        <p:spPr>
          <a:xfrm>
            <a:off x="11668155" y="5641010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" name="Google Shape;16;p7"/>
          <p:cNvCxnSpPr/>
          <p:nvPr/>
        </p:nvCxnSpPr>
        <p:spPr>
          <a:xfrm>
            <a:off x="11668155" y="5641010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9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11145644" y="0"/>
            <a:ext cx="1046356" cy="6858000"/>
          </a:xfrm>
          <a:prstGeom prst="rect">
            <a:avLst/>
          </a:pr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6376864" y="0"/>
            <a:ext cx="5815134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0" sx="90000" rotWithShape="0" algn="t" dir="5460000" dist="190500" sy="900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nd d'écran de téléphone : Superbes modèles gratuits | Canva" id="116" name="Google Shape;1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407" y="847511"/>
            <a:ext cx="2904174" cy="51629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"/>
          <p:cNvCxnSpPr/>
          <p:nvPr/>
        </p:nvCxnSpPr>
        <p:spPr>
          <a:xfrm>
            <a:off x="11668155" y="5641010"/>
            <a:ext cx="0" cy="59906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1"/>
          <p:cNvSpPr txBox="1"/>
          <p:nvPr/>
        </p:nvSpPr>
        <p:spPr>
          <a:xfrm>
            <a:off x="6581164" y="1213174"/>
            <a:ext cx="108190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2046033" y="2234195"/>
            <a:ext cx="251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Repousse tes limites,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Trouve ton MENTOR !  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2714050" y="1026367"/>
            <a:ext cx="12236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GYM</a:t>
            </a:r>
            <a:endParaRPr/>
          </a:p>
        </p:txBody>
      </p:sp>
      <p:pic>
        <p:nvPicPr>
          <p:cNvPr descr="Conception de vecteur de logo d'icône d'identification personnelle |  Vecteur Premium" id="121" name="Google Shape;1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3481" y="1026367"/>
            <a:ext cx="267549" cy="267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rre de recherche - Icônes ui gratuites" id="122" name="Google Shape;12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6033" y="3207863"/>
            <a:ext cx="2455517" cy="88867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2331534" y="3454035"/>
            <a:ext cx="17137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Sport…</a:t>
            </a:r>
            <a:endParaRPr/>
          </a:p>
        </p:txBody>
      </p:sp>
      <p:pic>
        <p:nvPicPr>
          <p:cNvPr descr="Bouton de sélection de la langue de la grille terrestre - Icônes la nature  gratuites" id="124" name="Google Shape;12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2054906" y="1061516"/>
            <a:ext cx="303316" cy="303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ônes, logos, symboles Mouse cursor– Téléchargement gratuit aux formats  PNG et SVG" id="125" name="Google Shape;12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2341" y="3604494"/>
            <a:ext cx="401350" cy="40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5b00dff50_0_0"/>
          <p:cNvSpPr/>
          <p:nvPr/>
        </p:nvSpPr>
        <p:spPr>
          <a:xfrm>
            <a:off x="61149" y="-1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25b00dff50_0_0"/>
          <p:cNvSpPr/>
          <p:nvPr/>
        </p:nvSpPr>
        <p:spPr>
          <a:xfrm>
            <a:off x="5777850" y="130175"/>
            <a:ext cx="5605800" cy="65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0" sx="90000" rotWithShape="0" algn="t" dir="5460000" dist="190500" sy="90000">
              <a:srgbClr val="000000">
                <a:alpha val="298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  <a:highlight>
                  <a:schemeClr val="lt1"/>
                </a:highlight>
              </a:rPr>
              <a:t>Recherche qui défile type planity/doctolib ou type tableau comme blablacar ? 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descr="Fond d'écran de téléphone : Superbes modèles gratuits | Canva" id="132" name="Google Shape;132;g325b00dff5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407" y="847511"/>
            <a:ext cx="2904174" cy="5162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g325b00dff50_0_0"/>
          <p:cNvCxnSpPr/>
          <p:nvPr/>
        </p:nvCxnSpPr>
        <p:spPr>
          <a:xfrm>
            <a:off x="11668155" y="5641010"/>
            <a:ext cx="0" cy="59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g325b00dff50_0_0"/>
          <p:cNvSpPr txBox="1"/>
          <p:nvPr/>
        </p:nvSpPr>
        <p:spPr>
          <a:xfrm>
            <a:off x="6581164" y="1213174"/>
            <a:ext cx="1083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25b00dff50_0_0"/>
          <p:cNvSpPr txBox="1"/>
          <p:nvPr/>
        </p:nvSpPr>
        <p:spPr>
          <a:xfrm>
            <a:off x="2714050" y="1026375"/>
            <a:ext cx="12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GYM</a:t>
            </a:r>
            <a:endParaRPr/>
          </a:p>
        </p:txBody>
      </p:sp>
      <p:pic>
        <p:nvPicPr>
          <p:cNvPr descr="Conception de vecteur de logo d'icône d'identification personnelle |  Vecteur Premium" id="136" name="Google Shape;136;g325b00dff5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3481" y="1026367"/>
            <a:ext cx="267549" cy="267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uton de sélection de la langue de la grille terrestre - Icônes la nature  gratuites" id="137" name="Google Shape;137;g325b00dff5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054906" y="1061516"/>
            <a:ext cx="303316" cy="30331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g325b00dff50_0_0"/>
          <p:cNvGraphicFramePr/>
          <p:nvPr/>
        </p:nvGraphicFramePr>
        <p:xfrm>
          <a:off x="1907775" y="211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{AB3B2584-05A6-43B8-AE6E-A299BFC33125}</a:tableStyleId>
              </a:tblPr>
              <a:tblGrid>
                <a:gridCol w="2657425"/>
              </a:tblGrid>
              <a:tr h="2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fr-FR"/>
                        <a:t>Nom du sport… 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2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fr-FR"/>
                        <a:t>    localisation 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2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fr-FR"/>
                        <a:t>       Aujourd’hui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2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fr-FR"/>
                        <a:t>       1</a:t>
                      </a:r>
                      <a:endParaRPr i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9" name="Google Shape;139;g325b00dff50_0_0"/>
          <p:cNvSpPr/>
          <p:nvPr/>
        </p:nvSpPr>
        <p:spPr>
          <a:xfrm>
            <a:off x="1976875" y="2639250"/>
            <a:ext cx="148125" cy="187325"/>
          </a:xfrm>
          <a:prstGeom prst="flowChartOffpage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25b00dff50_0_0"/>
          <p:cNvSpPr txBox="1"/>
          <p:nvPr/>
        </p:nvSpPr>
        <p:spPr>
          <a:xfrm>
            <a:off x="1907788" y="4101000"/>
            <a:ext cx="2657400" cy="17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</a:rPr>
              <a:t>Top sport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</a:rPr>
              <a:t>    Football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</a:rPr>
              <a:t>    Fitness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</a:rPr>
              <a:t>    </a:t>
            </a:r>
            <a:r>
              <a:rPr lang="fr-FR" sz="1500">
                <a:solidFill>
                  <a:schemeClr val="dk1"/>
                </a:solidFill>
              </a:rPr>
              <a:t>Basketball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1" name="Google Shape;141;g325b00dff50_0_0"/>
          <p:cNvSpPr/>
          <p:nvPr/>
        </p:nvSpPr>
        <p:spPr>
          <a:xfrm>
            <a:off x="1976800" y="4695550"/>
            <a:ext cx="148200" cy="18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25b00dff50_0_0"/>
          <p:cNvSpPr/>
          <p:nvPr/>
        </p:nvSpPr>
        <p:spPr>
          <a:xfrm>
            <a:off x="1976800" y="4930325"/>
            <a:ext cx="148200" cy="18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25b00dff50_0_0"/>
          <p:cNvSpPr/>
          <p:nvPr/>
        </p:nvSpPr>
        <p:spPr>
          <a:xfrm>
            <a:off x="1976800" y="5165100"/>
            <a:ext cx="148200" cy="18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g325b00dff50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76800" y="2944963"/>
            <a:ext cx="303325" cy="3033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0" sx="90000" rotWithShape="0" algn="t" dir="5460000" dist="190500" sy="90000">
              <a:srgbClr val="000000">
                <a:alpha val="29800"/>
              </a:srgbClr>
            </a:outerShdw>
          </a:effectLst>
        </p:spPr>
      </p:pic>
      <p:pic>
        <p:nvPicPr>
          <p:cNvPr id="145" name="Google Shape;145;g325b00dff50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4688" y="3366700"/>
            <a:ext cx="267549" cy="26754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0" sx="90000" rotWithShape="0" algn="t" dir="5460000" dist="190500" sy="90000">
              <a:srgbClr val="000000">
                <a:alpha val="298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5b00dff50_0_27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25b00dff50_0_27"/>
          <p:cNvSpPr/>
          <p:nvPr/>
        </p:nvSpPr>
        <p:spPr>
          <a:xfrm>
            <a:off x="11145644" y="0"/>
            <a:ext cx="1046400" cy="6858000"/>
          </a:xfrm>
          <a:prstGeom prst="rect">
            <a:avLst/>
          </a:pr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25b00dff50_0_27"/>
          <p:cNvSpPr/>
          <p:nvPr/>
        </p:nvSpPr>
        <p:spPr>
          <a:xfrm>
            <a:off x="6376864" y="0"/>
            <a:ext cx="58152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0" sx="90000" rotWithShape="0" algn="t" dir="5460000" dist="190500" sy="900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nd d'écran de téléphone : Superbes modèles gratuits | Canva" id="153" name="Google Shape;153;g325b00dff50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575" y="867949"/>
            <a:ext cx="2904174" cy="570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g325b00dff50_0_27"/>
          <p:cNvCxnSpPr/>
          <p:nvPr/>
        </p:nvCxnSpPr>
        <p:spPr>
          <a:xfrm>
            <a:off x="11668155" y="5641010"/>
            <a:ext cx="0" cy="59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g325b00dff50_0_27"/>
          <p:cNvSpPr txBox="1"/>
          <p:nvPr/>
        </p:nvSpPr>
        <p:spPr>
          <a:xfrm>
            <a:off x="4883703" y="603025"/>
            <a:ext cx="6941400" cy="7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Animation : Photo bulle type doctolib/instagram ou photo type superprof - coach hunter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</a:rPr>
              <a:t>CONTENU : 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trier par : </a:t>
            </a:r>
            <a:r>
              <a:rPr i="1" lang="fr-FR" sz="1800">
                <a:solidFill>
                  <a:schemeClr val="dk1"/>
                </a:solidFill>
              </a:rPr>
              <a:t>tarif croissant, tarif décroissant, les mieux notés</a:t>
            </a:r>
            <a:endParaRPr i="1"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Plus de filtres : coach F, Coach M,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25b00dff50_0_27"/>
          <p:cNvSpPr txBox="1"/>
          <p:nvPr/>
        </p:nvSpPr>
        <p:spPr>
          <a:xfrm>
            <a:off x="2714050" y="1026367"/>
            <a:ext cx="12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GYM</a:t>
            </a:r>
            <a:endParaRPr/>
          </a:p>
        </p:txBody>
      </p:sp>
      <p:pic>
        <p:nvPicPr>
          <p:cNvPr descr="Conception de vecteur de logo d'icône d'identification personnelle |  Vecteur Premium" id="157" name="Google Shape;157;g325b00dff50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3481" y="1026367"/>
            <a:ext cx="267549" cy="267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uton de sélection de la langue de la grille terrestre - Icônes la nature  gratuites" id="158" name="Google Shape;158;g325b00dff50_0_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054906" y="1061516"/>
            <a:ext cx="303316" cy="30331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g325b00dff50_0_27"/>
          <p:cNvGraphicFramePr/>
          <p:nvPr/>
        </p:nvGraphicFramePr>
        <p:xfrm>
          <a:off x="1998588" y="157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{AB3B2584-05A6-43B8-AE6E-A299BFC33125}</a:tableStyleId>
              </a:tblPr>
              <a:tblGrid>
                <a:gridCol w="2440125"/>
              </a:tblGrid>
              <a:tr h="19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       Basketball - </a:t>
                      </a:r>
                      <a:r>
                        <a:rPr i="1" lang="fr-FR"/>
                        <a:t>Paris</a:t>
                      </a:r>
                      <a:endParaRPr i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0" name="Google Shape;160;g325b00dff50_0_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72788" y="1641825"/>
            <a:ext cx="267549" cy="267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1" name="Google Shape;161;g325b00dff50_0_27"/>
          <p:cNvGraphicFramePr/>
          <p:nvPr/>
        </p:nvGraphicFramePr>
        <p:xfrm>
          <a:off x="1998600" y="244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{AB3B2584-05A6-43B8-AE6E-A299BFC33125}</a:tableStyleId>
              </a:tblPr>
              <a:tblGrid>
                <a:gridCol w="1181550"/>
              </a:tblGrid>
              <a:tr h="1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        Carte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2" name="Google Shape;162;g325b00dff50_0_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72800" y="2459325"/>
            <a:ext cx="353432" cy="30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" name="Google Shape;163;g325b00dff50_0_27"/>
          <p:cNvGraphicFramePr/>
          <p:nvPr/>
        </p:nvGraphicFramePr>
        <p:xfrm>
          <a:off x="3215025" y="244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{AB3B2584-05A6-43B8-AE6E-A299BFC33125}</a:tableStyleId>
              </a:tblPr>
              <a:tblGrid>
                <a:gridCol w="1223700"/>
              </a:tblGrid>
              <a:tr h="2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Trier par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4" name="Google Shape;164;g325b00dff50_0_27"/>
          <p:cNvGraphicFramePr/>
          <p:nvPr/>
        </p:nvGraphicFramePr>
        <p:xfrm>
          <a:off x="1998600" y="2012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{AB3B2584-05A6-43B8-AE6E-A299BFC33125}</a:tableStyleId>
              </a:tblPr>
              <a:tblGrid>
                <a:gridCol w="2440125"/>
              </a:tblGrid>
              <a:tr h="24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       Aujourd’hui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5" name="Google Shape;165;g325b00dff50_0_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54900" y="2064838"/>
            <a:ext cx="303325" cy="3033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0" sx="90000" rotWithShape="0" algn="t" dir="5460000" dist="190500" sy="90000">
              <a:srgbClr val="000000">
                <a:alpha val="29800"/>
              </a:srgbClr>
            </a:outerShdw>
          </a:effectLst>
        </p:spPr>
      </p:pic>
      <p:graphicFrame>
        <p:nvGraphicFramePr>
          <p:cNvPr id="166" name="Google Shape;166;g325b00dff50_0_27"/>
          <p:cNvGraphicFramePr/>
          <p:nvPr/>
        </p:nvGraphicFramePr>
        <p:xfrm>
          <a:off x="2023875" y="341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{AB3B2584-05A6-43B8-AE6E-A299BFC33125}</a:tableStyleId>
              </a:tblPr>
              <a:tblGrid>
                <a:gridCol w="2389575"/>
              </a:tblGrid>
              <a:tr h="282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Jeff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/>
                        <a:t>     </a:t>
                      </a:r>
                      <a:r>
                        <a:rPr lang="fr-FR" sz="900"/>
                        <a:t>6 rue de la Coutellerie (1.3 km)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/>
                        <a:t>     5,0 (125 avis)    €€€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/>
                        <a:t>Matin : 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/>
                        <a:t>Après-midi : 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/>
                        <a:t>Voir profil 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7" name="Google Shape;167;g325b00dff50_0_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23875" y="3411725"/>
            <a:ext cx="2389575" cy="11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25b00dff50_0_27"/>
          <p:cNvSpPr/>
          <p:nvPr/>
        </p:nvSpPr>
        <p:spPr>
          <a:xfrm>
            <a:off x="4178575" y="3729600"/>
            <a:ext cx="114900" cy="162900"/>
          </a:xfrm>
          <a:prstGeom prst="rightArrow">
            <a:avLst>
              <a:gd fmla="val 50000" name="adj1"/>
              <a:gd fmla="val 42881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9" name="Google Shape;169;g325b00dff50_0_27"/>
          <p:cNvGraphicFramePr/>
          <p:nvPr/>
        </p:nvGraphicFramePr>
        <p:xfrm>
          <a:off x="1998600" y="2889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{AB3B2584-05A6-43B8-AE6E-A299BFC33125}</a:tableStyleId>
              </a:tblPr>
              <a:tblGrid>
                <a:gridCol w="2440125"/>
              </a:tblGrid>
              <a:tr h="7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Plus de filtres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0" name="Google Shape;170;g325b00dff50_0_27"/>
          <p:cNvSpPr/>
          <p:nvPr/>
        </p:nvSpPr>
        <p:spPr>
          <a:xfrm>
            <a:off x="2106025" y="4809525"/>
            <a:ext cx="114900" cy="96175"/>
          </a:xfrm>
          <a:prstGeom prst="flowChartOffpage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25b00dff50_0_27"/>
          <p:cNvSpPr/>
          <p:nvPr/>
        </p:nvSpPr>
        <p:spPr>
          <a:xfrm>
            <a:off x="2106025" y="4956650"/>
            <a:ext cx="114900" cy="96300"/>
          </a:xfrm>
          <a:prstGeom prst="star5">
            <a:avLst>
              <a:gd fmla="val 0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25b00dff50_0_27"/>
          <p:cNvSpPr/>
          <p:nvPr/>
        </p:nvSpPr>
        <p:spPr>
          <a:xfrm>
            <a:off x="2516975" y="5288725"/>
            <a:ext cx="565500" cy="1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9:00</a:t>
            </a:r>
            <a:endParaRPr/>
          </a:p>
        </p:txBody>
      </p:sp>
      <p:sp>
        <p:nvSpPr>
          <p:cNvPr id="173" name="Google Shape;173;g325b00dff50_0_27"/>
          <p:cNvSpPr/>
          <p:nvPr/>
        </p:nvSpPr>
        <p:spPr>
          <a:xfrm>
            <a:off x="6216025" y="1630425"/>
            <a:ext cx="303300" cy="9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25b00dff50_0_27"/>
          <p:cNvSpPr/>
          <p:nvPr/>
        </p:nvSpPr>
        <p:spPr>
          <a:xfrm>
            <a:off x="3180150" y="5288725"/>
            <a:ext cx="672600" cy="1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11:00</a:t>
            </a:r>
            <a:endParaRPr/>
          </a:p>
        </p:txBody>
      </p:sp>
      <p:sp>
        <p:nvSpPr>
          <p:cNvPr id="175" name="Google Shape;175;g325b00dff50_0_27"/>
          <p:cNvSpPr/>
          <p:nvPr/>
        </p:nvSpPr>
        <p:spPr>
          <a:xfrm>
            <a:off x="2782325" y="5594475"/>
            <a:ext cx="631500" cy="1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14:00</a:t>
            </a:r>
            <a:endParaRPr/>
          </a:p>
        </p:txBody>
      </p:sp>
      <p:sp>
        <p:nvSpPr>
          <p:cNvPr id="176" name="Google Shape;176;g325b00dff50_0_27"/>
          <p:cNvSpPr/>
          <p:nvPr/>
        </p:nvSpPr>
        <p:spPr>
          <a:xfrm>
            <a:off x="3511125" y="5594475"/>
            <a:ext cx="631500" cy="1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17:00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5b00dff50_0_69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5b00dff50_0_69"/>
          <p:cNvSpPr/>
          <p:nvPr/>
        </p:nvSpPr>
        <p:spPr>
          <a:xfrm>
            <a:off x="11145644" y="0"/>
            <a:ext cx="1046400" cy="6858000"/>
          </a:xfrm>
          <a:prstGeom prst="rect">
            <a:avLst/>
          </a:pr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5b00dff50_0_69"/>
          <p:cNvSpPr/>
          <p:nvPr/>
        </p:nvSpPr>
        <p:spPr>
          <a:xfrm>
            <a:off x="6315714" y="265775"/>
            <a:ext cx="58152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0" sx="90000" rotWithShape="0" algn="t" dir="5460000" dist="190500" sy="900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nd d'écran de téléphone : Superbes modèles gratuits | Canva" id="184" name="Google Shape;184;g325b00dff50_0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1145" y="847524"/>
            <a:ext cx="2904174" cy="516297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85" name="Google Shape;185;g325b00dff50_0_69"/>
          <p:cNvCxnSpPr/>
          <p:nvPr/>
        </p:nvCxnSpPr>
        <p:spPr>
          <a:xfrm>
            <a:off x="11668155" y="5641010"/>
            <a:ext cx="0" cy="59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g325b00dff50_0_69"/>
          <p:cNvSpPr txBox="1"/>
          <p:nvPr/>
        </p:nvSpPr>
        <p:spPr>
          <a:xfrm>
            <a:off x="6581164" y="1213174"/>
            <a:ext cx="1083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25b00dff50_0_69"/>
          <p:cNvSpPr txBox="1"/>
          <p:nvPr/>
        </p:nvSpPr>
        <p:spPr>
          <a:xfrm>
            <a:off x="2714050" y="1026367"/>
            <a:ext cx="12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GYM</a:t>
            </a:r>
            <a:endParaRPr/>
          </a:p>
        </p:txBody>
      </p:sp>
      <p:pic>
        <p:nvPicPr>
          <p:cNvPr descr="Conception de vecteur de logo d'icône d'identification personnelle |  Vecteur Premium" id="188" name="Google Shape;188;g325b00dff50_0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3481" y="1026367"/>
            <a:ext cx="267549" cy="267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uton de sélection de la langue de la grille terrestre - Icônes la nature  gratuites" id="189" name="Google Shape;189;g325b00dff50_0_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054906" y="1061516"/>
            <a:ext cx="303316" cy="303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25b00dff50_0_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6700" y="1713450"/>
            <a:ext cx="1399575" cy="110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25b00dff50_0_69"/>
          <p:cNvSpPr txBox="1"/>
          <p:nvPr/>
        </p:nvSpPr>
        <p:spPr>
          <a:xfrm>
            <a:off x="6929325" y="2292800"/>
            <a:ext cx="58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92" name="Google Shape;192;g325b00dff50_0_69"/>
          <p:cNvSpPr txBox="1"/>
          <p:nvPr/>
        </p:nvSpPr>
        <p:spPr>
          <a:xfrm>
            <a:off x="2286525" y="2863450"/>
            <a:ext cx="1793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</a:rPr>
              <a:t>Jeff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3" name="Google Shape;193;g325b00dff50_0_69"/>
          <p:cNvSpPr txBox="1"/>
          <p:nvPr/>
        </p:nvSpPr>
        <p:spPr>
          <a:xfrm>
            <a:off x="2027850" y="3271050"/>
            <a:ext cx="24660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Prendre rendez-vous :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94" name="Google Shape;194;g325b00dff50_0_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83200" y="3702700"/>
            <a:ext cx="303325" cy="3033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0" sx="90000" rotWithShape="0" algn="t" dir="5460000" dist="190500" sy="90000">
              <a:srgbClr val="000000">
                <a:alpha val="29800"/>
              </a:srgbClr>
            </a:outerShdw>
          </a:effectLst>
        </p:spPr>
      </p:pic>
      <p:graphicFrame>
        <p:nvGraphicFramePr>
          <p:cNvPr id="195" name="Google Shape;195;g325b00dff50_0_69"/>
          <p:cNvGraphicFramePr/>
          <p:nvPr/>
        </p:nvGraphicFramePr>
        <p:xfrm>
          <a:off x="2358225" y="365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{AB3B2584-05A6-43B8-AE6E-A299BFC33125}</a:tableStyleId>
              </a:tblPr>
              <a:tblGrid>
                <a:gridCol w="1869925"/>
              </a:tblGrid>
              <a:tr h="151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Aujourd’hui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6" name="Google Shape;196;g325b00dff50_0_69"/>
          <p:cNvSpPr/>
          <p:nvPr/>
        </p:nvSpPr>
        <p:spPr>
          <a:xfrm>
            <a:off x="1782100" y="4228925"/>
            <a:ext cx="576000" cy="26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9:00</a:t>
            </a:r>
            <a:endParaRPr/>
          </a:p>
        </p:txBody>
      </p:sp>
      <p:sp>
        <p:nvSpPr>
          <p:cNvPr id="197" name="Google Shape;197;g325b00dff50_0_69"/>
          <p:cNvSpPr/>
          <p:nvPr/>
        </p:nvSpPr>
        <p:spPr>
          <a:xfrm>
            <a:off x="2445675" y="4235375"/>
            <a:ext cx="621600" cy="25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11:00</a:t>
            </a:r>
            <a:endParaRPr/>
          </a:p>
        </p:txBody>
      </p:sp>
      <p:sp>
        <p:nvSpPr>
          <p:cNvPr id="198" name="Google Shape;198;g325b00dff50_0_69"/>
          <p:cNvSpPr/>
          <p:nvPr/>
        </p:nvSpPr>
        <p:spPr>
          <a:xfrm>
            <a:off x="3154850" y="4235375"/>
            <a:ext cx="681000" cy="25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14:00</a:t>
            </a:r>
            <a:endParaRPr/>
          </a:p>
        </p:txBody>
      </p:sp>
      <p:sp>
        <p:nvSpPr>
          <p:cNvPr id="199" name="Google Shape;199;g325b00dff50_0_69"/>
          <p:cNvSpPr/>
          <p:nvPr/>
        </p:nvSpPr>
        <p:spPr>
          <a:xfrm>
            <a:off x="3923425" y="4235375"/>
            <a:ext cx="681000" cy="25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17:00</a:t>
            </a:r>
            <a:endParaRPr/>
          </a:p>
        </p:txBody>
      </p:sp>
      <p:sp>
        <p:nvSpPr>
          <p:cNvPr id="200" name="Google Shape;200;g325b00dff50_0_69"/>
          <p:cNvSpPr txBox="1"/>
          <p:nvPr/>
        </p:nvSpPr>
        <p:spPr>
          <a:xfrm>
            <a:off x="1731225" y="4800950"/>
            <a:ext cx="2904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dk1"/>
                </a:solidFill>
              </a:rPr>
              <a:t>A propos    Avis     Tarifs    Boutique 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vel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2025-01-14T12:41:12Z</dcterms:created>
  <dc:creator>TIBIKA Adrien</dc:creator>
</cp:coreProperties>
</file>